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" y="0"/>
            <a:ext cx="9089136" cy="0"/>
          </a:xfrm>
          <a:prstGeom prst="line">
            <a:avLst/>
          </a:prstGeom>
          <a:noFill/>
          <a:ln w="6350">
            <a:solidFill>
              <a:srgbClr val="1C23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" y="548640"/>
            <a:ext cx="9089136" cy="0"/>
          </a:xfrm>
          <a:prstGeom prst="line">
            <a:avLst/>
          </a:prstGeom>
          <a:noFill/>
          <a:ln w="6350">
            <a:solidFill>
              <a:srgbClr val="1C23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" y="1097280"/>
            <a:ext cx="9089136" cy="0"/>
          </a:xfrm>
          <a:prstGeom prst="line">
            <a:avLst/>
          </a:prstGeom>
          <a:noFill/>
          <a:ln w="6350">
            <a:solidFill>
              <a:srgbClr val="1C23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" y="1645920"/>
            <a:ext cx="9089136" cy="0"/>
          </a:xfrm>
          <a:prstGeom prst="line">
            <a:avLst/>
          </a:prstGeom>
          <a:noFill/>
          <a:ln w="6350">
            <a:solidFill>
              <a:srgbClr val="1C23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" y="2194560"/>
            <a:ext cx="9089136" cy="0"/>
          </a:xfrm>
          <a:prstGeom prst="line">
            <a:avLst/>
          </a:prstGeom>
          <a:noFill/>
          <a:ln w="6350">
            <a:solidFill>
              <a:srgbClr val="1C23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" y="2743200"/>
            <a:ext cx="9089136" cy="0"/>
          </a:xfrm>
          <a:prstGeom prst="line">
            <a:avLst/>
          </a:prstGeom>
          <a:noFill/>
          <a:ln w="6350">
            <a:solidFill>
              <a:srgbClr val="1C23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" y="3291840"/>
            <a:ext cx="9089136" cy="0"/>
          </a:xfrm>
          <a:prstGeom prst="line">
            <a:avLst/>
          </a:prstGeom>
          <a:noFill/>
          <a:ln w="6350">
            <a:solidFill>
              <a:srgbClr val="1C23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" y="3840480"/>
            <a:ext cx="9089136" cy="0"/>
          </a:xfrm>
          <a:prstGeom prst="line">
            <a:avLst/>
          </a:prstGeom>
          <a:noFill/>
          <a:ln w="6350">
            <a:solidFill>
              <a:srgbClr val="1C23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" y="4389120"/>
            <a:ext cx="9089136" cy="0"/>
          </a:xfrm>
          <a:prstGeom prst="line">
            <a:avLst/>
          </a:prstGeom>
          <a:noFill/>
          <a:ln w="6350">
            <a:solidFill>
              <a:srgbClr val="1C23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" y="4937760"/>
            <a:ext cx="9089136" cy="0"/>
          </a:xfrm>
          <a:prstGeom prst="line">
            <a:avLst/>
          </a:prstGeom>
          <a:noFill/>
          <a:ln w="6350">
            <a:solidFill>
              <a:srgbClr val="1C23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6400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BANQUETY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Engineering Brief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1874520"/>
            <a:ext cx="36576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0116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operations platform — Phase 1 enhancement brief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AI-assisted development with Codex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02666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45920" y="3017520"/>
            <a:ext cx="850392" cy="256032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0" y="3026664"/>
            <a:ext cx="850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834640" y="3017520"/>
            <a:ext cx="539496" cy="256032"/>
          </a:xfrm>
          <a:prstGeom prst="roundRect">
            <a:avLst>
              <a:gd name="adj" fmla="val 17857"/>
            </a:avLst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34640" y="3026664"/>
            <a:ext cx="539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023360" y="3017520"/>
            <a:ext cx="850392" cy="256032"/>
          </a:xfrm>
          <a:prstGeom prst="roundRect">
            <a:avLst>
              <a:gd name="adj" fmla="val 17857"/>
            </a:avLst>
          </a:prstGeom>
          <a:solidFill>
            <a:srgbClr val="8957E5"/>
          </a:solidFill>
          <a:ln w="12700">
            <a:solidFill>
              <a:srgbClr val="8957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0" y="3026664"/>
            <a:ext cx="850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212080" y="3017520"/>
            <a:ext cx="694944" cy="256032"/>
          </a:xfrm>
          <a:prstGeom prst="roundRect">
            <a:avLst>
              <a:gd name="adj" fmla="val 17857"/>
            </a:avLst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3026664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17920" y="457200"/>
            <a:ext cx="2651760" cy="4206240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457200"/>
            <a:ext cx="36576" cy="4206240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6400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309360" y="960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Chiragwork1998 /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shaadiyaar_final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09360" y="16916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086600" y="16916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+ Vite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09360" y="21305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086600" y="213055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 + Auth)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09360" y="25694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086600" y="2569464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09360" y="300837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086600" y="300837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 (AI-generated)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09360" y="34472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086600" y="344728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(1 commit)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Banquety Engineering  ·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CONTEXT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Codex is being asked to 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743200" cy="3291840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36576" cy="329184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173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Shaadiyaar — a Bolt-generated React/Supabase booking platform. Has: booking creation, client records, basic calendar, single-role auth.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234440"/>
            <a:ext cx="2743200" cy="3291840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234440"/>
            <a:ext cx="36576" cy="3291840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4173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29000" y="1783080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it into Banquety — a full venue operations OS with RBAC, payment vaults, OCR intake, AI ordering, attendance, and multi-venue.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234440"/>
            <a:ext cx="2743200" cy="3291840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234440"/>
            <a:ext cx="36576" cy="3291840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4173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CODEX'S JOB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55080" y="1783080"/>
            <a:ext cx="2560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the 3-sprint roadmap below. No rewrites — extend and harden what exists. Every PR must be atomic, tested, and documented.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constraint: Every feature must work offline-first on mobile. Staff are tech-challenged. UX must be tap-and-done.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CURRENT STATE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Shaadiyaar codebase — what's already there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206240" cy="530352"/>
          </a:xfrm>
          <a:prstGeom prst="rect">
            <a:avLst/>
          </a:prstGeom>
          <a:solidFill>
            <a:srgbClr val="1C2330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32004" cy="530352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338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creation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form, saves to Supabase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46120" y="1234440"/>
            <a:ext cx="694944" cy="256032"/>
          </a:xfrm>
          <a:prstGeom prst="roundRect">
            <a:avLst>
              <a:gd name="adj" fmla="val 17857"/>
            </a:avLst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243584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737360"/>
            <a:ext cx="4206240" cy="530352"/>
          </a:xfrm>
          <a:prstGeom prst="rect">
            <a:avLst/>
          </a:prstGeom>
          <a:solidFill>
            <a:srgbClr val="1C2330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737360"/>
            <a:ext cx="32004" cy="530352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7739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records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0116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contact, event details stored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46120" y="1874520"/>
            <a:ext cx="694944" cy="256032"/>
          </a:xfrm>
          <a:prstGeom prst="roundRect">
            <a:avLst>
              <a:gd name="adj" fmla="val 17857"/>
            </a:avLst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883664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377440"/>
            <a:ext cx="4206240" cy="530352"/>
          </a:xfrm>
          <a:prstGeom prst="rect">
            <a:avLst/>
          </a:prstGeom>
          <a:solidFill>
            <a:srgbClr val="1C2330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377440"/>
            <a:ext cx="32004" cy="530352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4140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view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26517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Date-based booking calendar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46120" y="2514600"/>
            <a:ext cx="694944" cy="256032"/>
          </a:xfrm>
          <a:prstGeom prst="roundRect">
            <a:avLst>
              <a:gd name="adj" fmla="val 17857"/>
            </a:avLst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2523744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017520"/>
            <a:ext cx="4206240" cy="530352"/>
          </a:xfrm>
          <a:prstGeom prst="rect">
            <a:avLst/>
          </a:prstGeom>
          <a:solidFill>
            <a:srgbClr val="1C2330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017520"/>
            <a:ext cx="32004" cy="530352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0540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auth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29184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works — single role, no hierarchy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46120" y="3154680"/>
            <a:ext cx="772668" cy="256032"/>
          </a:xfrm>
          <a:prstGeom prst="roundRect">
            <a:avLst>
              <a:gd name="adj" fmla="val 17857"/>
            </a:avLst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3163824"/>
            <a:ext cx="7726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3657600"/>
            <a:ext cx="4206240" cy="530352"/>
          </a:xfrm>
          <a:prstGeom prst="rect">
            <a:avLst/>
          </a:prstGeom>
          <a:solidFill>
            <a:srgbClr val="1C2330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657600"/>
            <a:ext cx="32004" cy="530352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6941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logging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39319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amount — no approval states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46120" y="3794760"/>
            <a:ext cx="772668" cy="256032"/>
          </a:xfrm>
          <a:prstGeom prst="roundRect">
            <a:avLst>
              <a:gd name="adj" fmla="val 17857"/>
            </a:avLst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46120" y="3803904"/>
            <a:ext cx="7726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4297680"/>
            <a:ext cx="4206240" cy="530352"/>
          </a:xfrm>
          <a:prstGeom prst="rect">
            <a:avLst/>
          </a:prstGeom>
          <a:solidFill>
            <a:srgbClr val="1C2330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4297680"/>
            <a:ext cx="32004" cy="530352"/>
          </a:xfrm>
          <a:prstGeom prst="rect">
            <a:avLst/>
          </a:prstGeom>
          <a:solidFill>
            <a:srgbClr val="DA3633"/>
          </a:solidFill>
          <a:ln w="12700">
            <a:solidFill>
              <a:srgbClr val="DA36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3342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Multi-venue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45720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venue_id, single property only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46120" y="4434840"/>
            <a:ext cx="772668" cy="256032"/>
          </a:xfrm>
          <a:prstGeom prst="roundRect">
            <a:avLst>
              <a:gd name="adj" fmla="val 17857"/>
            </a:avLst>
          </a:prstGeom>
          <a:solidFill>
            <a:srgbClr val="DA3633"/>
          </a:solidFill>
          <a:ln w="12700">
            <a:solidFill>
              <a:srgbClr val="DA36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46120" y="4443984"/>
            <a:ext cx="7726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00600" y="1097280"/>
            <a:ext cx="4206240" cy="530352"/>
          </a:xfrm>
          <a:prstGeom prst="rect">
            <a:avLst/>
          </a:prstGeom>
          <a:solidFill>
            <a:srgbClr val="1C2330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00600" y="1097280"/>
            <a:ext cx="32004" cy="530352"/>
          </a:xfrm>
          <a:prstGeom prst="rect">
            <a:avLst/>
          </a:prstGeom>
          <a:solidFill>
            <a:srgbClr val="DA3633"/>
          </a:solidFill>
          <a:ln w="12700">
            <a:solidFill>
              <a:srgbClr val="DA36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11338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hierarchy (RBAC)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92040" y="13716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Director/GM/Jr split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680960" y="1234440"/>
            <a:ext cx="772668" cy="256032"/>
          </a:xfrm>
          <a:prstGeom prst="roundRect">
            <a:avLst>
              <a:gd name="adj" fmla="val 17857"/>
            </a:avLst>
          </a:prstGeom>
          <a:solidFill>
            <a:srgbClr val="DA3633"/>
          </a:solidFill>
          <a:ln w="12700">
            <a:solidFill>
              <a:srgbClr val="DA36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80960" y="1243584"/>
            <a:ext cx="7726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00600" y="1737360"/>
            <a:ext cx="4206240" cy="530352"/>
          </a:xfrm>
          <a:prstGeom prst="rect">
            <a:avLst/>
          </a:prstGeom>
          <a:solidFill>
            <a:srgbClr val="1C2330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00600" y="1737360"/>
            <a:ext cx="32004" cy="530352"/>
          </a:xfrm>
          <a:prstGeom prst="rect">
            <a:avLst/>
          </a:prstGeom>
          <a:solidFill>
            <a:srgbClr val="DA3633"/>
          </a:solidFill>
          <a:ln w="12700">
            <a:solidFill>
              <a:srgbClr val="DA36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17739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intake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892040" y="201168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photo-to-form pipeline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680960" y="1874520"/>
            <a:ext cx="772668" cy="256032"/>
          </a:xfrm>
          <a:prstGeom prst="roundRect">
            <a:avLst>
              <a:gd name="adj" fmla="val 17857"/>
            </a:avLst>
          </a:prstGeom>
          <a:solidFill>
            <a:srgbClr val="DA3633"/>
          </a:solidFill>
          <a:ln w="12700">
            <a:solidFill>
              <a:srgbClr val="DA36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80960" y="1883664"/>
            <a:ext cx="7726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800600" y="2377440"/>
            <a:ext cx="4206240" cy="530352"/>
          </a:xfrm>
          <a:prstGeom prst="rect">
            <a:avLst/>
          </a:prstGeom>
          <a:solidFill>
            <a:srgbClr val="1C2330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800600" y="2377440"/>
            <a:ext cx="32004" cy="530352"/>
          </a:xfrm>
          <a:prstGeom prst="rect">
            <a:avLst/>
          </a:prstGeom>
          <a:solidFill>
            <a:srgbClr val="DA3633"/>
          </a:solidFill>
          <a:ln w="12700">
            <a:solidFill>
              <a:srgbClr val="DA36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92040" y="24140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vault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892040" y="26517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encrypted, Director-only store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680960" y="2514600"/>
            <a:ext cx="772668" cy="256032"/>
          </a:xfrm>
          <a:prstGeom prst="roundRect">
            <a:avLst>
              <a:gd name="adj" fmla="val 17857"/>
            </a:avLst>
          </a:prstGeom>
          <a:solidFill>
            <a:srgbClr val="DA3633"/>
          </a:solidFill>
          <a:ln w="12700">
            <a:solidFill>
              <a:srgbClr val="DA36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680960" y="2523744"/>
            <a:ext cx="7726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800600" y="3017520"/>
            <a:ext cx="4206240" cy="530352"/>
          </a:xfrm>
          <a:prstGeom prst="rect">
            <a:avLst/>
          </a:prstGeom>
          <a:solidFill>
            <a:srgbClr val="1C2330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800600" y="3017520"/>
            <a:ext cx="32004" cy="530352"/>
          </a:xfrm>
          <a:prstGeom prst="rect">
            <a:avLst/>
          </a:prstGeom>
          <a:solidFill>
            <a:srgbClr val="DA3633"/>
          </a:solidFill>
          <a:ln w="12700">
            <a:solidFill>
              <a:srgbClr val="DA36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92040" y="30540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order generation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892040" y="329184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inventory/PO module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680960" y="3154680"/>
            <a:ext cx="772668" cy="256032"/>
          </a:xfrm>
          <a:prstGeom prst="roundRect">
            <a:avLst>
              <a:gd name="adj" fmla="val 17857"/>
            </a:avLst>
          </a:prstGeom>
          <a:solidFill>
            <a:srgbClr val="DA3633"/>
          </a:solidFill>
          <a:ln w="12700">
            <a:solidFill>
              <a:srgbClr val="DA363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680960" y="3163824"/>
            <a:ext cx="7726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800600" y="3657600"/>
            <a:ext cx="4206240" cy="530352"/>
          </a:xfrm>
          <a:prstGeom prst="rect">
            <a:avLst/>
          </a:prstGeom>
          <a:solidFill>
            <a:srgbClr val="1C2330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800600" y="3657600"/>
            <a:ext cx="32004" cy="530352"/>
          </a:xfrm>
          <a:prstGeom prst="rect">
            <a:avLst/>
          </a:prstGeom>
          <a:solidFill>
            <a:srgbClr val="DA3633"/>
          </a:solidFill>
          <a:ln w="12700">
            <a:solidFill>
              <a:srgbClr val="DA363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92040" y="36941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4892040" y="39319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QR + GPS system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680960" y="3794760"/>
            <a:ext cx="772668" cy="256032"/>
          </a:xfrm>
          <a:prstGeom prst="roundRect">
            <a:avLst>
              <a:gd name="adj" fmla="val 17857"/>
            </a:avLst>
          </a:prstGeom>
          <a:solidFill>
            <a:srgbClr val="DA3633"/>
          </a:solidFill>
          <a:ln w="12700">
            <a:solidFill>
              <a:srgbClr val="DA363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680960" y="3803904"/>
            <a:ext cx="7726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800600" y="4297680"/>
            <a:ext cx="4206240" cy="530352"/>
          </a:xfrm>
          <a:prstGeom prst="rect">
            <a:avLst/>
          </a:prstGeom>
          <a:solidFill>
            <a:srgbClr val="1C2330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800600" y="4297680"/>
            <a:ext cx="32004" cy="530352"/>
          </a:xfrm>
          <a:prstGeom prst="rect">
            <a:avLst/>
          </a:prstGeom>
          <a:solidFill>
            <a:srgbClr val="DA3633"/>
          </a:solidFill>
          <a:ln w="12700">
            <a:solidFill>
              <a:srgbClr val="DA363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892040" y="43342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automation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4892040" y="45720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lead messaging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7680960" y="4434840"/>
            <a:ext cx="772668" cy="256032"/>
          </a:xfrm>
          <a:prstGeom prst="roundRect">
            <a:avLst>
              <a:gd name="adj" fmla="val 17857"/>
            </a:avLst>
          </a:prstGeom>
          <a:solidFill>
            <a:srgbClr val="DA3633"/>
          </a:solidFill>
          <a:ln w="12700">
            <a:solidFill>
              <a:srgbClr val="DA363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680960" y="4443984"/>
            <a:ext cx="7726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DATABASE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 changes Codex must implement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206240" cy="1143000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36576" cy="1143000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venues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(uuid PK)   ·   code (varchar 4) — e.g. SK, PM   ·   name (text)   ·   location (text)   ·   is_active (bool)   ·   created_at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800600" y="1097280"/>
            <a:ext cx="4206240" cy="1143000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1097280"/>
            <a:ext cx="36576" cy="11430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188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profiles (extend existing)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148132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(enum) — director | gm | junior_sales | storekeeper   ·   venue_id (uuid FK → venues)   ·   full_name, phone   ·   is_active (bool)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4206240" cy="1143000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377440"/>
            <a:ext cx="36576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4688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bookings (extend existing)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76148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venue_id (uuid FK)   ·   booking_no (text)   ·   customer_btr (text)   ·   onion_garlic (text)   ·   dj, liquor, flower_decor   ·   theme, extra_plates, remarks   ·   status (enum) — draft|confirmed|cancelled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800600" y="2377440"/>
            <a:ext cx="4206240" cy="1143000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2377440"/>
            <a:ext cx="36576" cy="1143000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4688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76148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booking_id (uuid FK)   ·   stage (enum) — advance|pp1|pp2|final|additional   ·   amount (numeric)   ·   mode (enum) — cash|bank|upi   ·   transaction_id (text)   ·   approval_status (enum) — pending|gm_approved|director_approved|locked   ·   recorded_by, approved_by_gm, approved_by_director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3657600"/>
            <a:ext cx="4206240" cy="1143000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657600"/>
            <a:ext cx="36576" cy="1143000"/>
          </a:xfrm>
          <a:prstGeom prst="rect">
            <a:avLst/>
          </a:prstGeom>
          <a:solidFill>
            <a:srgbClr val="8957E5"/>
          </a:solidFill>
          <a:ln w="12700">
            <a:solidFill>
              <a:srgbClr val="8957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7490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ingredients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404164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(enum) — silver|gold|platinum   ·   type (enum) — veg|nonveg   ·   name, unit, category   ·   qty_per_100 (numeric)   ·   qty_per_200, qty_per_300   ·   buffer_pct (int default 10)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800600" y="3657600"/>
            <a:ext cx="4206240" cy="1143000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3657600"/>
            <a:ext cx="36576" cy="1143000"/>
          </a:xfrm>
          <a:prstGeom prst="rect">
            <a:avLst/>
          </a:prstGeom>
          <a:solidFill>
            <a:srgbClr val="DA3633"/>
          </a:solidFill>
          <a:ln w="12700">
            <a:solidFill>
              <a:srgbClr val="DA36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7490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purchase_orders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404164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booking_id (uuid FK)   ·   venue_id (uuid FK)   ·   status (enum) — draft|submitted|approved|sent   ·   generated_by (ai|manual)   ·   approved_by (uuid FK → profiles)   ·   items (jsonb array)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tables get: Row Level Security (RLS) via Supabase. venue_id scoping on every query. Soft-delete pattern (is_deleted bool) — never hard-delete booking or payment records.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AUTH &amp; ROLES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Role-based access control (RBAC)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084832" cy="3749040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36576" cy="3749040"/>
          </a:xfrm>
          <a:prstGeom prst="rect">
            <a:avLst/>
          </a:prstGeom>
          <a:solidFill>
            <a:srgbClr val="8957E5"/>
          </a:solidFill>
          <a:ln w="12700">
            <a:solidFill>
              <a:srgbClr val="8957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618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957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5361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per company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810512"/>
            <a:ext cx="173736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0195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11480" y="210312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venues — full switch at login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45059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financial records &amp; vault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79806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payment financials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314553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Add/remove venues &amp; staff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49300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reports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87168" y="1097280"/>
            <a:ext cx="2084832" cy="3749040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87168" y="1097280"/>
            <a:ext cx="36576" cy="374904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24328" y="12618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24328" y="15361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per venue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24328" y="1810512"/>
            <a:ext cx="173736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24328" y="190195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624328" y="210312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edit bookings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24328" y="245059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payment receipt (stage 1 approval)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624328" y="279806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bookings + client data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24328" y="314553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PO quantity increases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24328" y="358444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DA3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624328" y="3813048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A3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view financial vault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624328" y="414223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A3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see Director-approved amounts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0016" y="1097280"/>
            <a:ext cx="2084832" cy="3749040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0016" y="1097280"/>
            <a:ext cx="36576" cy="3749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37176" y="12618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JR SALES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37176" y="15361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per venue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37176" y="1810512"/>
            <a:ext cx="173736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37176" y="190195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37176" y="210312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bookings (pending GM approval)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37176" y="245059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payments (pending GM approval)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37176" y="279806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own bookings only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37176" y="323697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DA3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837176" y="3465576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A3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see any financial figures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37176" y="379476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A3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approve anything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37176" y="412394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A3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delete records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912864" y="1097280"/>
            <a:ext cx="2084832" cy="3749040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12864" y="1097280"/>
            <a:ext cx="36576" cy="3749040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50024" y="12618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STOREKEEPER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050024" y="15361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per venue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050024" y="1810512"/>
            <a:ext cx="173736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50024" y="190195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050024" y="210312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AI-generated POs for upcoming events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050024" y="245059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purchase orders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050024" y="2798064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quantities (requires GM approval if &gt; AI suggestion)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050024" y="323697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DA3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050024" y="3465576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A3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see bookings or client data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050024" y="379476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A3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</a:t>
            </a:r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access financials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 Supabase RLS policies enforce role + venue_id at query level. JWT custom claims carry role &amp; venue_id. Client-side route guards are secondary only.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PAYMENTS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 approval state machine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286000" cy="777240"/>
          </a:xfrm>
          <a:prstGeom prst="rect">
            <a:avLst/>
          </a:prstGeom>
          <a:solidFill>
            <a:srgbClr val="1C2330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5331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DRAFT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82496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Jr staff enters amount, mode, TX ID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926080" y="1280160"/>
            <a:ext cx="2286000" cy="777240"/>
          </a:xfrm>
          <a:prstGeom prst="rect">
            <a:avLst/>
          </a:prstGeom>
          <a:solidFill>
            <a:srgbClr val="1C2330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135331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PENDING GM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17520" y="1682496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GM to verify physical receipt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394960" y="1280160"/>
            <a:ext cx="2286000" cy="777240"/>
          </a:xfrm>
          <a:prstGeom prst="rect">
            <a:avLst/>
          </a:prstGeom>
          <a:solidFill>
            <a:srgbClr val="1C233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135331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GM CONFIRMED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0" y="1682496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verified, escalated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2286000" cy="777240"/>
          </a:xfrm>
          <a:prstGeom prst="rect">
            <a:avLst/>
          </a:prstGeom>
          <a:solidFill>
            <a:srgbClr val="1C2330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9923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DIRECTOR APPROVED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328416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record finalised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0" y="2926080"/>
            <a:ext cx="2286000" cy="777240"/>
          </a:xfrm>
          <a:prstGeom prst="rect">
            <a:avLst/>
          </a:prstGeom>
          <a:solidFill>
            <a:srgbClr val="1C2330"/>
          </a:solidFill>
          <a:ln w="12700">
            <a:solidFill>
              <a:srgbClr val="8957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299923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957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91840" y="3328416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Immutable. In finance vault.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0" y="2926080"/>
            <a:ext cx="2286000" cy="777240"/>
          </a:xfrm>
          <a:prstGeom prst="rect">
            <a:avLst/>
          </a:prstGeom>
          <a:solidFill>
            <a:srgbClr val="1C2330"/>
          </a:solidFill>
          <a:ln w="12700">
            <a:solidFill>
              <a:srgbClr val="DA36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2999232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A3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0" y="3328416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to Jr staff for correction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0" y="1673352"/>
            <a:ext cx="182880" cy="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2468880" y="153619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212080" y="1673352"/>
            <a:ext cx="18288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4937760" y="153619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743200" y="2057400"/>
            <a:ext cx="0" cy="868680"/>
          </a:xfrm>
          <a:prstGeom prst="line">
            <a:avLst/>
          </a:prstGeom>
          <a:noFill/>
          <a:ln w="12700">
            <a:solidFill>
              <a:srgbClr val="238636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2377440" y="235458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notified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743200" y="3319272"/>
            <a:ext cx="457200" cy="0"/>
          </a:xfrm>
          <a:prstGeom prst="line">
            <a:avLst/>
          </a:prstGeom>
          <a:noFill/>
          <a:ln w="12700">
            <a:solidFill>
              <a:srgbClr val="238636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2606040" y="318211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486400" y="3319272"/>
            <a:ext cx="457200" cy="0"/>
          </a:xfrm>
          <a:prstGeom prst="line">
            <a:avLst/>
          </a:prstGeom>
          <a:noFill/>
          <a:ln w="12700">
            <a:solidFill>
              <a:srgbClr val="DA3633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5349240" y="318211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A3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65760" y="4023360"/>
            <a:ext cx="8412480" cy="868680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4023360"/>
            <a:ext cx="36576" cy="868680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13308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PAYMENT STAGES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2920" y="44074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25% advance at booking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606040" y="44074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25% one month after booking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709160" y="44074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50% one week before event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812280" y="44074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+ Additionals (extra plates, etc.)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OCR INTAKE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WhatsApp photo → structured booking record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6217920" cy="777240"/>
          </a:xfrm>
          <a:prstGeom prst="rect">
            <a:avLst/>
          </a:prstGeom>
          <a:solidFill>
            <a:srgbClr val="1C2330"/>
          </a:solidFill>
          <a:ln w="6350">
            <a:solidFill>
              <a:srgbClr val="1F6F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36576" cy="77724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98448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12801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photographs form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57276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form photographed via mobile app or WhatsApp. Image uploaded to Supabase storage.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084832"/>
            <a:ext cx="6217920" cy="777240"/>
          </a:xfrm>
          <a:prstGeom prst="rect">
            <a:avLst/>
          </a:prstGeom>
          <a:solidFill>
            <a:srgbClr val="1C2330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084832"/>
            <a:ext cx="36576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9456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0120" y="217627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Vision API call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46888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/api/ocr — sends image as base64 to claude-3-5-sonnet. System prompt specifies all 20 form fields.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980944"/>
            <a:ext cx="6217920" cy="777240"/>
          </a:xfrm>
          <a:prstGeom prst="rect">
            <a:avLst/>
          </a:prstGeom>
          <a:solidFill>
            <a:srgbClr val="1C2330"/>
          </a:solidFill>
          <a:ln w="6350">
            <a:solidFill>
              <a:srgbClr val="D299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980944"/>
            <a:ext cx="36576" cy="777240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90672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60120" y="3072384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returned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3364992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returns {name, contact, dob, menu, dof, pax, hall, occasion, timings...} with confidence flags.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877056"/>
            <a:ext cx="6217920" cy="777240"/>
          </a:xfrm>
          <a:prstGeom prst="rect">
            <a:avLst/>
          </a:prstGeom>
          <a:solidFill>
            <a:srgbClr val="1C2330"/>
          </a:solidFill>
          <a:ln w="6350">
            <a:solidFill>
              <a:srgbClr val="23863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877056"/>
            <a:ext cx="36576" cy="777240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986784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60120" y="396849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Pre-filled form review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261104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appears pre-populated. Staff reviews, corrects low-confidence fields (highlighted in amber). One tap confirms.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66560" y="1188720"/>
            <a:ext cx="2103120" cy="3566160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66560" y="1188720"/>
            <a:ext cx="36576" cy="3566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76288" y="135331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SYSTEM PROMPT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876288" y="1645920"/>
            <a:ext cx="1920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 all booking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fields from this form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image. Return JSON: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name, contact,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contact2, dob,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menu, dof, pax,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hall, occasion,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timings, meal,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dj, liquor,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flower_decor,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theme, extra_plates,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total_amount,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remarks }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 uncertain fields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confidence: low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extracted: name, contact ×2, DOB, address, menu, DOF, occasion, hall, meal, timings, PAX, onion/garlic, liquor, flower décor, DJ, theme, extra plates, amount, customer BTR, remarks (20 fields)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AI ORDERING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Booking confirmed → purchase order generated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51760" cy="1051560"/>
          </a:xfrm>
          <a:prstGeom prst="rect">
            <a:avLst/>
          </a:prstGeom>
          <a:solidFill>
            <a:srgbClr val="1C2330"/>
          </a:solidFill>
          <a:ln w="10160">
            <a:solidFill>
              <a:srgbClr val="1F6F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9844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66420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confirmed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+ pax locked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017520" y="1709928"/>
            <a:ext cx="27432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291840" y="1188720"/>
            <a:ext cx="2651760" cy="1051560"/>
          </a:xfrm>
          <a:prstGeom prst="rect">
            <a:avLst/>
          </a:prstGeom>
          <a:solidFill>
            <a:srgbClr val="1C2330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29844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29000" y="166420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 lookup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29000" y="192024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ingredients table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0" y="1709928"/>
            <a:ext cx="27432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17920" y="1188720"/>
            <a:ext cx="2651760" cy="1051560"/>
          </a:xfrm>
          <a:prstGeom prst="rect">
            <a:avLst/>
          </a:prstGeom>
          <a:solidFill>
            <a:srgbClr val="1C2330"/>
          </a:solidFill>
          <a:ln w="10160">
            <a:solidFill>
              <a:srgbClr val="2386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29844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55080" y="166420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generated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5080" y="192024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scales quantities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560320"/>
            <a:ext cx="2651760" cy="1051560"/>
          </a:xfrm>
          <a:prstGeom prst="rect">
            <a:avLst/>
          </a:prstGeom>
          <a:solidFill>
            <a:srgbClr val="1C2330"/>
          </a:solidFill>
          <a:ln w="10160">
            <a:solidFill>
              <a:srgbClr val="D299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67004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" y="303580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Storekeeper reviews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329184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edit quantities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017520" y="3081528"/>
            <a:ext cx="27432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291840" y="2560320"/>
            <a:ext cx="2651760" cy="1051560"/>
          </a:xfrm>
          <a:prstGeom prst="rect">
            <a:avLst/>
          </a:prstGeom>
          <a:solidFill>
            <a:srgbClr val="1C2330"/>
          </a:solidFill>
          <a:ln w="10160">
            <a:solidFill>
              <a:srgbClr val="8957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267004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957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429000" y="303580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 approves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29000" y="329184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qty &gt; AI suggestion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43600" y="3081528"/>
            <a:ext cx="27432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217920" y="2560320"/>
            <a:ext cx="2651760" cy="1051560"/>
          </a:xfrm>
          <a:prstGeom prst="rect">
            <a:avLst/>
          </a:prstGeom>
          <a:solidFill>
            <a:srgbClr val="1C2330"/>
          </a:solidFill>
          <a:ln w="10160">
            <a:solidFill>
              <a:srgbClr val="23863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267004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55080" y="303580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sent to vendor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55080" y="329184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record created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3931920"/>
            <a:ext cx="8412480" cy="960120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3931920"/>
            <a:ext cx="36576" cy="960120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05079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RULES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2920" y="4315968"/>
            <a:ext cx="82296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AI suggestion = ingredient_qty_per_100 × (pax/100) × (1 + buffer_pct/100)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02920" y="4453128"/>
            <a:ext cx="82296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Storekeeper can reduce freely — no approval needed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02920" y="4590288"/>
            <a:ext cx="82296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Storekeeper increase &gt; AI suggestion → automatically flags for GM approval before PO is sent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02920" y="4727448"/>
            <a:ext cx="82296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Director can override anything at any time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3-sprint implementation plan for Codex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834640" cy="3840480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36576" cy="384048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2834640" cy="50292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52144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118872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the base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417320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71907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venue_id to all existing tables + migrate data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" y="2157984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RBAC: 4 roles, Supabase RLS policies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" y="259689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multi-venue login selector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" y="303580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booking form: full 20 fields + customer BTR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" y="347472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state machine: 5 approval states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4048" y="391363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vault: Director-only encrypted view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4352544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via Supabase Realtime + FCM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46120" y="1097280"/>
            <a:ext cx="2834640" cy="3840480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46120" y="1097280"/>
            <a:ext cx="36576" cy="3840480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46120" y="1097280"/>
            <a:ext cx="2834640" cy="502920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55848" y="1152144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749040" y="118872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49040" y="1417320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55848" y="171907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endpoint: Claude Vision → structured JSON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55848" y="2157984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upload flow: image → pre-fill form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55848" y="259689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schedule timeline auto-calculator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55848" y="303580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cloud sync → local device store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55848" y="347472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PWA config (service worker)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55848" y="391363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due date alerts (push + in-app)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55848" y="4352544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Director-only finance export (encrypted PDF)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17920" y="1097280"/>
            <a:ext cx="2834640" cy="3840480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0" y="1097280"/>
            <a:ext cx="36576" cy="3840480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0" y="1097280"/>
            <a:ext cx="2834640" cy="502920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27648" y="1152144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720840" y="118872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layer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720840" y="1417320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327648" y="171907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 table + ratios import from Excel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327648" y="2157984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PO generator (booking confirm → draft PO)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327648" y="259689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Storekeeper module: review, edit, submit POs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327648" y="303580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+ GPS attendance: rotating QR, geofence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327648" y="347472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automation: WATI/Twilio lead msgs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327648" y="391363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tasting calendar integration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327648" y="4352544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Multi-venue dashboard for Director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FILE STRUCTURE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Codex adds new code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shaadiyaar_final/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30352" y="1426464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94944" y="1755648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59536" y="2084832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supabase.ts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779776" y="2084832"/>
            <a:ext cx="1837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existing client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59536" y="2414016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auth.ts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779776" y="2414016"/>
            <a:ext cx="1837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ADD: RBAC helpers, role checks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59536" y="2743200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ocr.ts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79776" y="2743200"/>
            <a:ext cx="1837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ADD: Claude Vision API wrapper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59536" y="3072384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notifications.ts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779776" y="3072384"/>
            <a:ext cx="1837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ADD: FCM push notification helpers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94944" y="3401568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hooks/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59536" y="3730752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useVenue.ts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779776" y="3730752"/>
            <a:ext cx="1837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ADD: venue context + switcher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59536" y="4059936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useRole.ts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79776" y="4059936"/>
            <a:ext cx="1837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ADD: current user role + permissions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94944" y="4389120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components/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59536" y="4718304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BookingForm.tsx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779776" y="4718304"/>
            <a:ext cx="1837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EXTEND: add 8 missing fields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294376" y="1097280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PaymentTracker.tsx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214616" y="1097280"/>
            <a:ext cx="1837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EXTEND: approval state machine UI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294376" y="1426464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OCRUpload.tsx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214616" y="1426464"/>
            <a:ext cx="1837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ADD: photo upload + pre-fill review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294376" y="1755648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FinanceVault.tsx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214616" y="1755648"/>
            <a:ext cx="1837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ADD: Director-only financial view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294376" y="2084832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StorekeeperPO.tsx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214616" y="2084832"/>
            <a:ext cx="1837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ADD: PO review + submit interface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129784" y="2414016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pages/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294376" y="2743200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VenueSelect.tsx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214616" y="2743200"/>
            <a:ext cx="1837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ADD: Director venue picker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294376" y="3072384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Attendance.tsx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214616" y="3072384"/>
            <a:ext cx="1837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ADD: QR + GPS clock-in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965192" y="3401568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supabase/migrations/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129784" y="3730752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001_add_venues.sql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050024" y="3730752"/>
            <a:ext cx="2002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ADD: venues table + RLS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129784" y="4059936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002_add_rbac.sql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050024" y="4059936"/>
            <a:ext cx="2002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ADD: roles, profile extend, policies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129784" y="4389120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003_extend_bookings.sql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050024" y="4389120"/>
            <a:ext cx="2002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ADD: missing booking fields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129784" y="4718304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004_payments_statemachine.sql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050024" y="4718304"/>
            <a:ext cx="2002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ADD: payment approval states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SECURITY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security model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206240" cy="1078992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36576" cy="1078992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RLS (row-level security)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545336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SELECT/INSERT/UPDATE/DELETE goes through RLS policies. Policy checks auth.uid() role and venue_id claim. No API call can bypass this — enforced at Postgres level.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800600" y="1143000"/>
            <a:ext cx="4206240" cy="1078992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1143000"/>
            <a:ext cx="36576" cy="1078992"/>
          </a:xfrm>
          <a:prstGeom prst="rect">
            <a:avLst/>
          </a:prstGeom>
          <a:solidFill>
            <a:srgbClr val="8957E5"/>
          </a:solidFill>
          <a:ln w="12700">
            <a:solidFill>
              <a:srgbClr val="8957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2344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vault encryption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1545336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financial totals encrypted AES-256 client-side before Supabase write. Key stored in Director's device keychain only. Cloud holds ciphertext — never plaintext amounts.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4206240" cy="1078992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377440"/>
            <a:ext cx="36576" cy="1078992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4688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custom claims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779776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login, Supabase edge function injects { role, venue_id } into JWT. Client reads claims — never trusts client-side state for permission checks. Server validates on every request.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00600" y="2377440"/>
            <a:ext cx="4206240" cy="1078992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2377440"/>
            <a:ext cx="36576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4688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779776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booking_audit and payment_audit tables: every state change writes (user_id, action, old_value, new_value, timestamp). Immutable — only INSERT allowed via policy.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611880"/>
            <a:ext cx="4206240" cy="1078992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611880"/>
            <a:ext cx="36576" cy="1078992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7033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 only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4014216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 deletes on bookings or payments. is_deleted flag + deleted_by + deleted_at. Original record preserved. Visible only to Director. Prevents data manipulation.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00600" y="3611880"/>
            <a:ext cx="4206240" cy="1078992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3611880"/>
            <a:ext cx="36576" cy="1078992"/>
          </a:xfrm>
          <a:prstGeom prst="rect">
            <a:avLst/>
          </a:prstGeom>
          <a:solidFill>
            <a:srgbClr val="DA3633"/>
          </a:solidFill>
          <a:ln w="12700">
            <a:solidFill>
              <a:srgbClr val="DA36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7033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sync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4014216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data syncs from cloud to local device (IndexedDB + service worker). Cloud buffer auto-purges confirmed records after 7 days. Venue tablet is source of truth.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— CODEX INSTRUCTIONS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to use this brief with Codex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011680" cy="2926080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88720"/>
            <a:ext cx="36576" cy="292608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325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6F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29768" y="173736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+ read first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2121408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the repo. Read src/lib/supabase.ts, all existing components, and supabase/migrations/ first. Map the existing schema before touching anything.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68880" y="1188720"/>
            <a:ext cx="2011680" cy="2926080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1188720"/>
            <a:ext cx="36576" cy="2926080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78608" y="1325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86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78608" y="173736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only to start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78608" y="2121408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supabase/migrations/001_add_venues.sql. Get RLS working locally. Then RBAC. Then booking form extension. Do NOT jump to OCR or AI until Sprint 1 is merged and tested.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17720" y="1188720"/>
            <a:ext cx="2011680" cy="2926080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7720" y="1188720"/>
            <a:ext cx="36576" cy="2926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27448" y="1325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27448" y="173736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 = one feature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27448" y="2121408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commits. Each PR covers exactly one feature from the roadmap. Include: migration file, component changes, RLS policy, and a test or Supabase manual test doc.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66560" y="1188720"/>
            <a:ext cx="2011680" cy="2926080"/>
          </a:xfrm>
          <a:prstGeom prst="rect">
            <a:avLst/>
          </a:prstGeom>
          <a:solidFill>
            <a:srgbClr val="1C2330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0" y="1188720"/>
            <a:ext cx="36576" cy="2926080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76288" y="1325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76288" y="1737360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break existing UI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76288" y="2121408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Shaadiyaar already works for booking creation. All extensions must be backwards-compatible. Feature-flag new modules behind role checks so existing users see no change.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4251960"/>
            <a:ext cx="8503920" cy="685800"/>
          </a:xfrm>
          <a:prstGeom prst="rect">
            <a:avLst/>
          </a:prstGeom>
          <a:solidFill>
            <a:srgbClr val="1C2330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3159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38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PROMPT FOR CODEX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7200" y="452628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"Read the repo at Chiragwork1998/shaadiyaar_final. This is a React+TypeScript+Supabase venue booking app. Your first task is Sprint 1 from the Banquety tech deck: add a venues table with RLS, extend profiles with role+venue_id, and implement 4-role RBAC. Start with the Supabase migration files. Do not modify any existing component until the DB schema and RLS are in place."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success looks like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749040" cy="502920"/>
          </a:xfrm>
          <a:prstGeom prst="rect">
            <a:avLst/>
          </a:prstGeom>
          <a:solidFill>
            <a:srgbClr val="1C2330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27432" cy="50292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9844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photographs paper form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51960" y="1435608"/>
            <a:ext cx="457200" cy="0"/>
          </a:xfrm>
          <a:prstGeom prst="line">
            <a:avLst/>
          </a:prstGeom>
          <a:noFill/>
          <a:ln w="12700">
            <a:solidFill>
              <a:srgbClr val="23863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754880" y="1188720"/>
            <a:ext cx="3931920" cy="502920"/>
          </a:xfrm>
          <a:prstGeom prst="rect">
            <a:avLst/>
          </a:prstGeom>
          <a:solidFill>
            <a:srgbClr val="1C2330"/>
          </a:solidFill>
          <a:ln w="6350">
            <a:solidFill>
              <a:srgbClr val="2386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188720"/>
            <a:ext cx="27432" cy="502920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2984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pre-fills all 20 fields via OCR in under 10 seconds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810512"/>
            <a:ext cx="3749040" cy="502920"/>
          </a:xfrm>
          <a:prstGeom prst="rect">
            <a:avLst/>
          </a:prstGeom>
          <a:solidFill>
            <a:srgbClr val="1C2330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810512"/>
            <a:ext cx="27432" cy="50292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19202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staff records payment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51960" y="2057400"/>
            <a:ext cx="457200" cy="0"/>
          </a:xfrm>
          <a:prstGeom prst="line">
            <a:avLst/>
          </a:prstGeom>
          <a:noFill/>
          <a:ln w="12700">
            <a:solidFill>
              <a:srgbClr val="23863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754880" y="1810512"/>
            <a:ext cx="3931920" cy="502920"/>
          </a:xfrm>
          <a:prstGeom prst="rect">
            <a:avLst/>
          </a:prstGeom>
          <a:solidFill>
            <a:srgbClr val="1C2330"/>
          </a:solidFill>
          <a:ln w="6350">
            <a:solidFill>
              <a:srgbClr val="23863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810512"/>
            <a:ext cx="27432" cy="502920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9202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 gets push notification, approves, Director notified automatically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432304"/>
            <a:ext cx="3749040" cy="502920"/>
          </a:xfrm>
          <a:prstGeom prst="rect">
            <a:avLst/>
          </a:prstGeom>
          <a:solidFill>
            <a:srgbClr val="1C2330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432304"/>
            <a:ext cx="27432" cy="50292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54203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is confirmed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51960" y="2679192"/>
            <a:ext cx="457200" cy="0"/>
          </a:xfrm>
          <a:prstGeom prst="line">
            <a:avLst/>
          </a:prstGeom>
          <a:noFill/>
          <a:ln w="12700">
            <a:solidFill>
              <a:srgbClr val="23863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754880" y="2432304"/>
            <a:ext cx="3931920" cy="502920"/>
          </a:xfrm>
          <a:prstGeom prst="rect">
            <a:avLst/>
          </a:prstGeom>
          <a:solidFill>
            <a:srgbClr val="1C2330"/>
          </a:solidFill>
          <a:ln w="6350">
            <a:solidFill>
              <a:srgbClr val="23863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2432304"/>
            <a:ext cx="27432" cy="502920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5420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Storekeeper gets AI-generated purchase order, can review and submit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054096"/>
            <a:ext cx="3749040" cy="502920"/>
          </a:xfrm>
          <a:prstGeom prst="rect">
            <a:avLst/>
          </a:prstGeom>
          <a:solidFill>
            <a:srgbClr val="1C2330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054096"/>
            <a:ext cx="27432" cy="50292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16382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logs in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251960" y="3300984"/>
            <a:ext cx="457200" cy="0"/>
          </a:xfrm>
          <a:prstGeom prst="line">
            <a:avLst/>
          </a:prstGeom>
          <a:noFill/>
          <a:ln w="12700">
            <a:solidFill>
              <a:srgbClr val="238636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754880" y="3054096"/>
            <a:ext cx="3931920" cy="502920"/>
          </a:xfrm>
          <a:prstGeom prst="rect">
            <a:avLst/>
          </a:prstGeom>
          <a:solidFill>
            <a:srgbClr val="1C2330"/>
          </a:solidFill>
          <a:ln w="6350">
            <a:solidFill>
              <a:srgbClr val="23863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3054096"/>
            <a:ext cx="27432" cy="502920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16382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all venues, all financial records, all vaults — no one else can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675888"/>
            <a:ext cx="3749040" cy="502920"/>
          </a:xfrm>
          <a:prstGeom prst="rect">
            <a:avLst/>
          </a:prstGeom>
          <a:solidFill>
            <a:srgbClr val="1C2330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3675888"/>
            <a:ext cx="27432" cy="50292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378561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clocks in for an event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251960" y="3922776"/>
            <a:ext cx="457200" cy="0"/>
          </a:xfrm>
          <a:prstGeom prst="line">
            <a:avLst/>
          </a:prstGeom>
          <a:noFill/>
          <a:ln w="12700">
            <a:solidFill>
              <a:srgbClr val="238636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4754880" y="3675888"/>
            <a:ext cx="3931920" cy="502920"/>
          </a:xfrm>
          <a:prstGeom prst="rect">
            <a:avLst/>
          </a:prstGeom>
          <a:solidFill>
            <a:srgbClr val="1C2330"/>
          </a:solidFill>
          <a:ln w="6350">
            <a:solidFill>
              <a:srgbClr val="23863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3675888"/>
            <a:ext cx="27432" cy="502920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378561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+ GPS validated — salary calculations automated from attendance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4297680"/>
            <a:ext cx="3749040" cy="502920"/>
          </a:xfrm>
          <a:prstGeom prst="rect">
            <a:avLst/>
          </a:prstGeom>
          <a:solidFill>
            <a:srgbClr val="1C2330"/>
          </a:solidFill>
          <a:ln w="3810">
            <a:solidFill>
              <a:srgbClr val="3036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4297680"/>
            <a:ext cx="27432" cy="50292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440740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venue is added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251960" y="4544568"/>
            <a:ext cx="457200" cy="0"/>
          </a:xfrm>
          <a:prstGeom prst="line">
            <a:avLst/>
          </a:prstGeom>
          <a:noFill/>
          <a:ln w="12700">
            <a:solidFill>
              <a:srgbClr val="238636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4754880" y="4297680"/>
            <a:ext cx="3931920" cy="502920"/>
          </a:xfrm>
          <a:prstGeom prst="rect">
            <a:avLst/>
          </a:prstGeom>
          <a:solidFill>
            <a:srgbClr val="1C2330"/>
          </a:solidFill>
          <a:ln w="6350">
            <a:solidFill>
              <a:srgbClr val="23863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54880" y="4297680"/>
            <a:ext cx="27432" cy="502920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2040" y="44074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adds venue code, assigns staff — full data isolation from day 1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github.com/Chiragwork1998/shaadiyaar_final  ·  Banquety Engineering  ·  April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Banquety — Codex Tech Deck</dc:title>
  <dc:subject>PptxGenJS Presentation</dc:subject>
  <dc:creator>Banquety Engineering</dc:creator>
  <cp:lastModifiedBy>Banquety Engineering</cp:lastModifiedBy>
  <cp:revision>1</cp:revision>
  <dcterms:created xsi:type="dcterms:W3CDTF">2026-04-20T07:56:16Z</dcterms:created>
  <dcterms:modified xsi:type="dcterms:W3CDTF">2026-04-20T07:56:16Z</dcterms:modified>
</cp:coreProperties>
</file>